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864"/>
                </a:solidFill>
              </a:rPr>
              <a:t>Procurement Transformation — Problem Analysis &amp; Prioritisation</a:t>
            </a:r>
          </a:p>
          <a:p>
            <a:r>
              <a:rPr sz="1700">
                <a:solidFill>
                  <a:srgbClr val="444444"/>
                </a:solidFill>
              </a:rPr>
              <a:t>Client: Multinational Semiconductor Major  |  Prepared for the Manager's internal review</a:t>
            </a:r>
          </a:p>
          <a:p>
            <a:r>
              <a:rPr sz="1500" i="1">
                <a:solidFill>
                  <a:srgbClr val="C0392B"/>
                </a:solidFill>
              </a:rPr>
              <a:t>1. The issues   2. Prioritisation   3. Questions for the client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Context: one company running as 59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A multinational semiconductor major grew through M&amp;A but never integrated the acquired businesses.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59 operating locations run as independent organisations, each with its own: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Procurement processes and process design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Supplier community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Back-end systems (Oracle, SAP, PeopleSoft)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Two central procurement teams are accountable for end-to-end process across all 59 locations.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Scale: ~1.8 million procurement transactions every day — so every inefficiency is multiplied massively.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An internal analysis by the manager surfaced the issues on the following slides.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1.  The Issues</a:t>
            </a:r>
          </a:p>
          <a:p>
            <a:r>
              <a:rPr sz="1500" i="1">
                <a:solidFill>
                  <a:srgbClr val="C0392B"/>
                </a:solidFill>
              </a:rPr>
              <a:t>Problem statement | Evidence |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We have grouped the findings into ROOT CAUSES (the drivers) and SYMPTOMS (what hurts day to day).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Root causes: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R1 — No executive sponsorship / governance to enforce compliance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R2 — Fragmented operating model: 59 independent units from M&amp;A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R3 — No standardised process design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R4 — Fragmented, poorly integrated systems (Oracle / SAP / PeopleSoft)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Symptoms: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S1 — Protracted payables    S2 — Lost economies of scale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S3 — Catalogue proliferation &amp; tail spend    S4 — Resourcing imbalance    S5 — Low morale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R1 — No executive sponsorship /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Problem statement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The two central teams are accountable for end-to-end process but have no executive mandate to enforce compliance across the 59 units.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Evidence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Internal analysis: 'lack of executive support to drive compliance'; 'keeping control of all 59 is a huge challenge'.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Impact on the business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Standardisation cannot be enforced. Every other fix stalls without this — it is the keystone issue.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R2 — Fragmented operating model (59 independent units)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Problem statement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M&amp;A bolted businesses together but never integrated them; each unit runs its own procurement, suppliers and systems.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Evidence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59 locations operating as independent organisations with different supplier communities and back-end processes.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Impact on the business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Duplication of effort and contracts, no single source of truth, and no aggregated buying leverage.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R3 — No standardised process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Problem statement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There is no common procure-to-pay process; each unit invoices and buys its own way.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Evidence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Internal analysis: 'lack of standard process design'; staff must be upskilled to process invoices many different ways.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Impact on the business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Errors, slow cycle times, high training burden, and no end-to-end control or visibility.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R4 — Fragmented, poorly integrated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Problem statement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Three or more ERPs (Oracle, SAP, PeopleSoft) operate in parallel with weak integration, forcing manual workarounds.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Evidence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Internal analysis: systems 'not well integrated', 'a lot of manual processes' needed; staff upskilled across many systems.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Impact on the business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Manual rework, reconciliation pain, high IT/training cost, and no consolidated spend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Symptoms — what these root causes produce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S1  Protracted payables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</a:rPr>
              <a:t>Late-payment penalties, strained supplier relationships, lost early-payment discounts, working-capital drag.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S2  Lost economies of scale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</a:rPr>
              <a:t>Fragmented spend = higher prices, duplicate contracts, no volume discounts.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S3  Catalogue proliferation &amp; tail spend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</a:rPr>
              <a:t>Too many catalogue items; low-value items require multiple orders to different suppliers — costly at 1.8M txns/day.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S4  Resourcing imbalance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</a:rPr>
              <a:t>Team 1: 2 FTE + part-timers + 2 vacancies (slow).  Team 2: 7 + 2 seniors (fast). Inconsistent service.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S5  Low morale / perception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</a:rPr>
              <a:t>Procurement seen as low-value back-office work — attrition risk and change fatigue.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Which issue matters most?</a:t>
            </a:r>
          </a:p>
          <a:p>
            <a:r>
              <a:rPr sz="1500" i="1">
                <a:solidFill>
                  <a:srgbClr val="C0392B"/>
                </a:solidFill>
              </a:rPr>
              <a:t>Our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3864"/>
                </a:solidFill>
              </a:rPr>
              <a:t>Most important = R1: secure executive sponsorship and a governance mandate.</a:t>
            </a:r>
          </a:p>
          <a:p>
            <a:pPr lvl="1"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It is not the most expensive problem, but it is the dependency that unblocks everything else.</a:t>
            </a:r>
          </a:p>
          <a:p>
            <a:pPr lvl="1"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With 59 autonomous units, you cannot standardise processes, consolidate systems or rationalise suppliers unless leadership mandates compliance.</a:t>
            </a:r>
          </a:p>
          <a:p>
            <a:pPr lvl="1"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Low cost, high leverage — fix it first.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2.  Prioritisation</a:t>
            </a:r>
          </a:p>
          <a:p>
            <a:r>
              <a:rPr sz="1500" i="1">
                <a:solidFill>
                  <a:srgbClr val="C0392B"/>
                </a:solidFill>
              </a:rPr>
              <a:t>What to work on,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Priority order:</a:t>
            </a:r>
          </a:p>
          <a:p>
            <a:pPr lvl="1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</a:rPr>
              <a:t>1.  R1 — Executive sponsorship &amp; governance  (quick, foundational enabler)</a:t>
            </a:r>
          </a:p>
          <a:p>
            <a:pPr lvl="1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</a:rPr>
              <a:t>2.  R3 + S3 — Standardise procure-to-pay &amp; rationalise catalogue / tail spend  (biggest near-term efficiency win at 1.8M txns/day)</a:t>
            </a:r>
          </a:p>
          <a:p>
            <a:pPr lvl="1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</a:rPr>
              <a:t>3.  S4 — Rebalance resourcing (fill Team 1 vacancies / shift work)  (fast operational win)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Why this order: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Governance is the enabler; process + catalogue standardisation delivers the biggest near-term gain without a multi-year system rebuild; system replacement is highest cost/risk so it comes later, de-risked by the earlier steps.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Long-term focus (related issues)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3864"/>
                </a:solidFill>
              </a:rPr>
              <a:t>R4 — ERP / system consolidation onto a common platform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3864"/>
                </a:solidFill>
              </a:rPr>
              <a:t>R2 — Integrate the 59 units into one operating model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3864"/>
                </a:solidFill>
              </a:rPr>
              <a:t>S2 — Supplier-base rationalisation to rebuild economies of scale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3864"/>
                </a:solidFill>
              </a:rPr>
              <a:t>Establish a shared-services / procurement centre of excellence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3864"/>
                </a:solidFill>
              </a:rPr>
              <a:t>Address S5 — reposition procurement as a value-adding function to lift morale and retention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Risks, dependencies &amp; organisational factors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Cultural resistance from 59 autonomous units to giving up control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Lack of executive support is itself the #1 dependency — the plan stalls without it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ERP consolidation carries cost, business-continuity and data-migration risk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Multinational complexity — local tax / statutory / regulatory rules limit a single standard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Low morale + thin Team 1 capacity — limited bandwidth to absorb change work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Ongoing M&amp;A may keep re-introducing fragmentation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Contractual lock-ins on systems and suppliers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Information needed before confirming priorities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Spend cube — spend by unit / category / supplier, and supplier overlap across units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Invoice volumes, cycle times, late-payment penalties, error / maverick-spend rates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Cost of running the three ERPs (licences + support)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Share of the 1.8M daily transactions that is low-value/tail vs strategic, and cost-to-process per order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Number of catalogue items and contracts; contractual lock-ins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Budget, timeline and genuine executive appetite for transformation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3.  Five questions for the client</a:t>
            </a:r>
          </a:p>
          <a:p>
            <a:r>
              <a:rPr sz="1500" i="1">
                <a:solidFill>
                  <a:srgbClr val="C0392B"/>
                </a:solidFill>
              </a:rPr>
              <a:t>To better inform our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1.  Spend &amp; suppliers — What is total procurement spend, how does it split across the 59 units, and how much supplier overlap exists between them?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2.  Governance — Is there executive appetite to mandate a single, compliant operating model, and who would sponsor it?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3.  Transaction mix — Of the 1.8M daily transactions, what share is low-value/tail spend, and what does it cost to process one order today?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4.  Systems — Is ERP consolidation on the table, what contractual lock-ins exist, and is the target a shared-services model or continued unit autonomy?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5.  People — What is driving the low morale, are Team 1's vacancies funded, and can resource move between the two central teams?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